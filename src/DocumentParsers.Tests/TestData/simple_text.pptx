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11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DocumentParsers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err="1"/>
              <a:t>FieldCure</a:t>
            </a:r>
            <a:r>
              <a:rPr dirty="0"/>
              <a:t>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Supported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DOCX — Microsoft Word</a:t>
            </a:r>
          </a:p>
          <a:p>
            <a:r>
              <a:t>HWPX — Hangul Word Processor</a:t>
            </a:r>
          </a:p>
          <a:p>
            <a:r>
              <a:t>XLSX — Microsoft Excel</a:t>
            </a:r>
          </a:p>
          <a:p>
            <a:r>
              <a:t>PPTX — Microsoft PowerPoint</a:t>
            </a:r>
          </a:p>
          <a:p>
            <a:r>
              <a:t>PDF — Portable Document Format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Parser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t>Parser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Dependencies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DocxParser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OpenXml SDK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HwpxParser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.hwpx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BCL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</Words>
  <Application>Microsoft Office PowerPoint</Application>
  <PresentationFormat>화면 슬라이드 쇼(4:3)</PresentationFormat>
  <Paragraphs>18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DocumentParsers Test</vt:lpstr>
      <vt:lpstr>Supported Formats</vt:lpstr>
      <vt:lpstr>Parser Comparison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 종현</cp:lastModifiedBy>
  <cp:revision>2</cp:revision>
  <dcterms:created xsi:type="dcterms:W3CDTF">2013-01-27T09:14:16Z</dcterms:created>
  <dcterms:modified xsi:type="dcterms:W3CDTF">2026-04-06T07:39:18Z</dcterms:modified>
  <cp:category/>
</cp:coreProperties>
</file>